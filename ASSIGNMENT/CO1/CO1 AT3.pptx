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5003800" y="76200"/>
            <a:ext cx="5418455" cy="1153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6900" b="1">
                <a:latin typeface="Times New Roman" panose="02020603050405020304" charset="0"/>
                <a:cs typeface="Times New Roman" panose="02020603050405020304" charset="0"/>
              </a:rPr>
              <a:t>Geotag Photo</a:t>
            </a:r>
            <a:endParaRPr lang="en-IN" altLang="en-US" sz="69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600" y="1600200"/>
            <a:ext cx="12411075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WPS Presentation</Application>
  <PresentationFormat>On-screen Show (4:3)</PresentationFormat>
  <Paragraphs>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Microsoft YaHei</vt:lpstr>
      <vt:lpstr>Arial Unicode MS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Siddartha Galla</cp:lastModifiedBy>
  <cp:revision>2</cp:revision>
  <dcterms:created xsi:type="dcterms:W3CDTF">2006-08-16T00:00:00Z</dcterms:created>
  <dcterms:modified xsi:type="dcterms:W3CDTF">2026-07-30T04:54:21Z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9FC61BB62A6A43D0B5291A535570A570_12</vt:lpwstr>
  </property>
  <property fmtid="{D5CDD505-2E9C-101B-9397-08002B2CF9AE}" pid="3" name="KSOProductBuildVer">
    <vt:lpwstr>1033-12.1.0.28032</vt:lpwstr>
  </property>
</Properties>
</file>